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❖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0" y="17373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12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ROTER DORN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2651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3A3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Reviews zu Büchern, Filmen, Musik und Spielen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023360" y="3291840"/>
            <a:ext cx="10972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3429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Berufsschulprojekt · Nachbau einer Medienplattform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3794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 ·  Strapi  ·  SQLite  ·  Tailwind CSS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45948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Brauns  ·  Mai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wir gebaut haben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Vorlage: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roterdorn.de — Online-Medienportal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aus vier Bereichen: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Bücher  ·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Filme  ·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Musik  ·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Detailseiten mit Coverbild, Sterne-Bewertung,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 und Veröffentlichungsdatum.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Anonyme Kommentare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Moderation durch die Redaktion.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Rendering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schnelle Erstanzeige und SEO.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0" y="1554480"/>
            <a:ext cx="3108960" cy="960120"/>
          </a:xfrm>
          <a:prstGeom prst="rect">
            <a:avLst/>
          </a:prstGeom>
          <a:solidFill>
            <a:srgbClr val="171717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0" y="1664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223760" y="1664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★ ★ ★ 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Drei Minuten Gehör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0" y="2633472"/>
            <a:ext cx="3108960" cy="960120"/>
          </a:xfrm>
          <a:prstGeom prst="rect">
            <a:avLst/>
          </a:prstGeom>
          <a:solidFill>
            <a:srgbClr val="171717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23760" y="2743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★ ★ ★ 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30449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Faszination Weltraum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0" y="3712464"/>
            <a:ext cx="3108960" cy="960120"/>
          </a:xfrm>
          <a:prstGeom prst="rect">
            <a:avLst/>
          </a:prstGeom>
          <a:solidFill>
            <a:srgbClr val="171717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3822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23760" y="3822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★ ★ ★ 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41239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Terra Mystica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drei Bausteine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2560320" cy="2377440"/>
          </a:xfrm>
          <a:prstGeom prst="rect">
            <a:avLst/>
          </a:prstGeom>
          <a:solidFill>
            <a:srgbClr val="171717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Angular 20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TypeScript, Standalone Components, SSR, Tailwind CSS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560320" cy="2377440"/>
          </a:xfrm>
          <a:prstGeom prst="rect">
            <a:avLst/>
          </a:prstGeom>
          <a:solidFill>
            <a:srgbClr val="171717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Strapi 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0440" y="29260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CMS, REST/GraphQL API, Admin-Panel, Berechtigungen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1737360"/>
            <a:ext cx="2560320" cy="2377440"/>
          </a:xfrm>
          <a:prstGeom prst="rect">
            <a:avLst/>
          </a:prstGeom>
          <a:solidFill>
            <a:srgbClr val="171717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09360" y="29260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Dateibasiert, kein eigener Server, perfekt für Entwicklung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52928" y="260604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41848" y="260604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REST  ·  JSON  ·  unidirektionaler Datenfluss vom Backend nach vorne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Warum Angular?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1371600"/>
          </a:xfrm>
          <a:prstGeom prst="rect">
            <a:avLst/>
          </a:prstGeom>
          <a:solidFill>
            <a:srgbClr val="171717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54864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190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TypeScript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Tippfehler werden zur Compile-Zeit erkannt — nicht erst, wenn der Nutzer auf der Seite ist.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4023360" cy="1371600"/>
          </a:xfrm>
          <a:prstGeom prst="rect">
            <a:avLst/>
          </a:prstGeom>
          <a:solidFill>
            <a:srgbClr val="171717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554480"/>
            <a:ext cx="54864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7190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Komponenten + Signals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37760" y="21031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Aktuelles Reactive-Pattern. UI-Stücke sind wiederverwendbar, der Daten-Fluss ist explizit.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4023360" cy="1371600"/>
          </a:xfrm>
          <a:prstGeom prst="rect">
            <a:avLst/>
          </a:prstGeom>
          <a:solidFill>
            <a:srgbClr val="171717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108960"/>
            <a:ext cx="54864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735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Server-Side Rendering eingebaut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 und Erstanzeige bekommen fertiges HTML — wichtig für SEO und Performance.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4023360" cy="1371600"/>
          </a:xfrm>
          <a:prstGeom prst="rect">
            <a:avLst/>
          </a:prstGeom>
          <a:solidFill>
            <a:srgbClr val="171717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108960"/>
            <a:ext cx="54864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2735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Großes Ökosystem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37760" y="3657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Forms, RxJS, Tailwind, Angular Material — alles spielt zusammen ohne Glue-Code.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Warum Strapi?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1371600"/>
          </a:xfrm>
          <a:prstGeom prst="rect">
            <a:avLst/>
          </a:prstGeom>
          <a:solidFill>
            <a:srgbClr val="171717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54864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190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Headless CMS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frei wählbar — wir nutzen Angular, könnte auch React oder eine mobile App sein.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4023360" cy="1371600"/>
          </a:xfrm>
          <a:prstGeom prst="rect">
            <a:avLst/>
          </a:prstGeom>
          <a:solidFill>
            <a:srgbClr val="171717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554480"/>
            <a:ext cx="54864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7190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Schemas per JSON-Datei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37760" y="21031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Types liegen als Datei im Git — Schema-Änderungen sind reviewbar und versionierbar.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4023360" cy="1371600"/>
          </a:xfrm>
          <a:prstGeom prst="rect">
            <a:avLst/>
          </a:prstGeom>
          <a:solidFill>
            <a:srgbClr val="171717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108960"/>
            <a:ext cx="54864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735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Admin-Panel inklusive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Redaktion schreibt Reviews mit Editor, Bildupload, Vorschau — ohne eine Zeile Code.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4023360" cy="1371600"/>
          </a:xfrm>
          <a:prstGeom prst="rect">
            <a:avLst/>
          </a:prstGeom>
          <a:solidFill>
            <a:srgbClr val="171717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108960"/>
            <a:ext cx="54864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2735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+ GraphQL automatisch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37760" y="3657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dem Schema generiert Strapi sofort CRUD-Endpoints inkl. Filter, Sortierung, Paginierung.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DATENMODELL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Zwei Content Types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4023360" cy="246888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uid (aus title)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buch | film | musik | spiel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(Rich Text)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1–5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1554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</a:t>
            </a:r>
            <a:endParaRPr lang="en-US" sz="18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965960"/>
          <a:ext cx="4023360" cy="1865376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(optional)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 — default: false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 →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6405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`approved: false` als Default sorgt dafür, dass Kommentare erst nach Freigabe öffentlich erscheinen.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FRONTEND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Reviews aus dem Backend holen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3017520"/>
          </a:xfrm>
          <a:prstGeom prst="rect">
            <a:avLst/>
          </a:prstGeom>
          <a:solidFill>
            <a:srgbClr val="1A1A1A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@Injectable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 providedIn: </a:t>
            </a:r>
            <a:pPr algn="l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'root'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class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ReviewService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readonly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http = </a:t>
            </a:r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inject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(HttpClient);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readonly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strapi = </a:t>
            </a:r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inject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(StrapiService);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getLatest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(limit = </a:t>
            </a:r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Observable&lt;Review[]&gt;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url = </a:t>
            </a:r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.strapi.</a:t>
            </a:r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apiUrl</a:t>
            </a:r>
            <a:pPr algn="l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('/reviews',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'populate'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'cover'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'sort'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'publishedAt:desc'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'pagination[pageSize]'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limit,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.http.</a:t>
            </a:r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&lt;StrapiCollectionResponse&lt;Review&gt;&gt;(url)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</a:t>
            </a:r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((res) =&gt; res.data));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6405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Typsicher dank TypeScript — die IDE warnt, wenn ein Feld umbenannt wird, das im Frontend genutzt wird.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BACKEND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Kommentare automatisch moderieren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3017520"/>
          </a:xfrm>
          <a:prstGeom prst="rect">
            <a:avLst/>
          </a:prstGeom>
          <a:solidFill>
            <a:srgbClr val="1A1A1A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api/comment/controllers/comment.ts: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(ctx)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 = ctx.request.body?.data ?? {};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Whitelist + erzwinge approved = false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ctx.request.body =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data: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body: data.body,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authorName: data.authorName,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authorEmail: data.authorEmail,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review: data.review,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await super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(ctx);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6405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Auch wenn ein böswilliger Client `approved: true` mitsendet — der Server schreibt zwingend `false` rein.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Strapi unter der Haube ausführt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2743200"/>
          </a:xfrm>
          <a:prstGeom prst="rect">
            <a:avLst/>
          </a:prstGeom>
          <a:solidFill>
            <a:srgbClr val="1A1A1A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7863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HTTP: GET /api/reviews?populate=cover&amp;sort=publishedAt:desc&amp;limit=4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r.id, r.title, r.slug, r.genre, r.rating, r.published_at,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f.url </a:t>
            </a:r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cover_url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reviews 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</a:t>
            </a:r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files_related_morphs frm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frm.related_id = r.id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frm.related_type = 'api::review.review'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</a:t>
            </a:r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files f </a:t>
            </a:r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f.id = frm.file_id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r.published_at </a:t>
            </a:r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NOT NULL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r.published_at </a:t>
            </a:r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l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6405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einem HTTP-Aufruf macht Strapi automatisch ein parametriertes SQL — mit JOIN zur Media-Tabelle für das Cover.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171 Reviews aus WordPress importieren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783080" y="1691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migrierte Reviews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783080" y="2377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Spiele · 30 Bücher · 25 Musik · 8 Filme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 30 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783080" y="3063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Laufzeit für den gesamten Import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783080" y="3749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— mehrfaches Ausführen sicher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554480"/>
            <a:ext cx="3840480" cy="2926080"/>
          </a:xfrm>
          <a:prstGeom prst="rect">
            <a:avLst/>
          </a:prstGeom>
          <a:solidFill>
            <a:srgbClr val="1A1A1A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69164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SQL-Tupel parsen (string-aware)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parseTuple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(text) { …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Captions → &lt;figure&gt;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html.</a:t>
            </a:r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</a:t>
            </a:r>
            <a:pPr algn="l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(/\[caption[^\]]*\]/g,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pPr algn="l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'&lt;figure&gt;'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wpautop — lose Absätze in &lt;p&gt;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wpautop</a:t>
            </a:r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(html) { …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Cover via _thumbnail_id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→ attachment.guid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5. POST /reviews/import-published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405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Eigener SQL-Parser + WordPress-Cleanup, weil HTML-Bodies Shortcodes und proprietäre Strukturen enthalten.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steht — und was ich gelernt habe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Funktioniert: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Dunkles, responsives Frontend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Genre-Listen + Detailseiten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Moderierte Kommentare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Rendering + SEO-Tags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Loading-Skeletons + 404-Page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Reviews aus WordPress migriert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3440" y="1554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Mitgenommen: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196596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CMS = saubere Trennung von Inhalt und Darstellung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spart auf Dauer mehr Zeit als es kostet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+ Hydration ist subtiler als gedacht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Migrationen brauchen einen robusten Parser, nicht nur Regex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 in Git verwalten ist sehr wertvoll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0" y="4503420"/>
            <a:ext cx="146304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6405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Fragen?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Roter Dorn — Projektpräsentation</dc:title>
  <dc:subject>Berufsschulprojekt: Nachbau von roterdorn.de mit Angular und Strapi</dc:subject>
  <dc:creator>Michael Brauns</dc:creator>
  <cp:lastModifiedBy>Michael Brauns</cp:lastModifiedBy>
  <cp:revision>1</cp:revision>
  <dcterms:created xsi:type="dcterms:W3CDTF">2026-05-12T18:37:01Z</dcterms:created>
  <dcterms:modified xsi:type="dcterms:W3CDTF">2026-05-12T18:37:01Z</dcterms:modified>
</cp:coreProperties>
</file>